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TALASH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&amp; Learning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for Smart Hiring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5029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417 – Large Language Models  |  Spring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BSDSA-2023 · SEECS, NUST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Mehreen Raheel  ·  Eeshal Tahir  ·  Huma Ejaz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Dr. Muhammad Moazam Fraz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4206240"/>
            <a:ext cx="219456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Hiring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" cy="43662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Matching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ATS systems miss nuanced candidate strengths, relying on surface-level keyword scans.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42062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Subjective Evaluation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9204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introduce bias and inconsistency, especially under high application volumes.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2860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880360"/>
            <a:ext cx="42062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Profile Ignored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1148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rankings, conference tiers, authorship roles, and publication impact are rarely assessed.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0916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880360"/>
            <a:ext cx="42062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Gaps Undetected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9204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timeline inconsistencies and duration gaps go unnoticed in manual screening.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TALASH?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TALASH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&amp;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Automation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Hiring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383280"/>
            <a:ext cx="3840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520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LLM-assisted recruitment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system for university hiring.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NUST HR portal CV format.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0D253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206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CV Screening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574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Candidate–Job Matching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6032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Profile Analysis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632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&amp; Research Scoring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56616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2064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Timeline Validation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690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Alignment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0" y="1572768"/>
            <a:ext cx="36576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PDFs via direct upload or folder-based batch 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350008"/>
            <a:ext cx="36576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1764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39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reads PDFs, passes text to parser module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0A6A7A"/>
          </a:solidFill>
          <a:ln w="12700">
            <a:solidFill>
              <a:srgbClr val="0A6A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3127248"/>
            <a:ext cx="36576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688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163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regex extracts education, experience, publications, skills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3904488"/>
            <a:ext cx="36576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593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files → future relational database schema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370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app: results, missing flags, raw text, JSON output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1887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pdf_reader.py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PDFs via pdfplumber. Extracts text with layout awareness across all pages. Handles None-page edge cases.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14400"/>
            <a:ext cx="283464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2900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pipeline: splits CV into named sections, extracts personal info, education, experience, publications, skills via targeted regex.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14400"/>
            <a:ext cx="283464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8872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25603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with two input modes: PDF upload and folder selection. Renders all parsed fields, flags, raw text and JSON.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463040"/>
            <a:ext cx="1234440" cy="1234440"/>
          </a:xfrm>
          <a:prstGeom prst="rect">
            <a:avLst/>
          </a:prstGeom>
          <a:solidFill>
            <a:srgbClr val="0A406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CV PDF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Folder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63040" y="2043684"/>
            <a:ext cx="320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463040"/>
            <a:ext cx="1234440" cy="123444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2043684"/>
            <a:ext cx="320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63040"/>
            <a:ext cx="1234440" cy="123444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Sections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Keywords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043684"/>
            <a:ext cx="320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463040"/>
            <a:ext cx="1234440" cy="123444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043684"/>
            <a:ext cx="320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463040"/>
            <a:ext cx="1234440" cy="123444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80960" y="2043684"/>
            <a:ext cx="320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1463040"/>
            <a:ext cx="1234440" cy="1234440"/>
          </a:xfrm>
          <a:prstGeom prst="rect">
            <a:avLst/>
          </a:prstGeom>
          <a:solidFill>
            <a:srgbClr val="0A406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0100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55280" y="1847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in UI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0D253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Pipeline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520440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CVs ingested as PDF via direct upload or monitored folder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pdfplumber preserves spatial layout for space-aligned tables used in NUST HR portal CVs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detection via keyword scan → named text blocks (header, education, experience, publications, skills)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JSON output stored in data/sample_outputs/ for future database ingestion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846320" cy="3977640"/>
          </a:xfrm>
          <a:prstGeom prst="rect">
            <a:avLst/>
          </a:prstGeom>
          <a:solidFill>
            <a:srgbClr val="1A253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480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"personal_information":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"Muhammad Salman",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"position_applied": "Asst Prof - ECE",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"dob": "..."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"education": [ ...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"experience": [ ...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"publications":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"Journal", "impact_factor": "2.80"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"skills": ["Deep Learning", 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"missing_information": ["email", "phone"]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492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Schema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417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personal_information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866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DOB, position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901952"/>
            <a:ext cx="3566160" cy="502920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9476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grade/CGPA, year, institution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2432304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47802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4780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org, start/end year, duration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2962656"/>
            <a:ext cx="3566160" cy="502920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3008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30083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venue, type, year, impact factor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3493008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538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35387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technical &amp; domain skills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4023360"/>
            <a:ext cx="3566160" cy="502920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missing_information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absent/undetected fields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4572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Map to relational DB with candidate, education, experience &amp; publication tables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388620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Upload Screen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Drag-and-drop zone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5387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Click-to-browse option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87705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Supported format indicator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21538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Upload status feedback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834640" cy="388620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Results Screen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Personal info panel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5387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Education &amp; experience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7705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Publications listing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21538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Missing info flags +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960120"/>
            <a:ext cx="2834640" cy="388620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Dashboard (M2/M3)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2004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Candidate comparison 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5387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Skill alignment charts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87705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Publication quality breakdown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21538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Educational timeline viz</a:t>
            </a:r>
            <a:endParaRPr lang="en-US" sz="1100" dirty="0"/>
          </a:p>
        </p:txBody>
      </p:sp>
      <p:pic>
        <p:nvPicPr>
          <p:cNvPr id="31" name="Picture 30" descr="wi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847" y="1435608"/>
            <a:ext cx="916146" cy="1645920"/>
          </a:xfrm>
          <a:prstGeom prst="rect">
            <a:avLst/>
          </a:prstGeom>
        </p:spPr>
      </p:pic>
      <p:pic>
        <p:nvPicPr>
          <p:cNvPr id="32" name="Picture 31" descr="wi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915" y="1435608"/>
            <a:ext cx="433609" cy="1645920"/>
          </a:xfrm>
          <a:prstGeom prst="rect">
            <a:avLst/>
          </a:prstGeom>
        </p:spPr>
      </p:pic>
      <p:pic>
        <p:nvPicPr>
          <p:cNvPr id="33" name="Picture 32" descr="wi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708" y="1435608"/>
            <a:ext cx="747623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Parsed Output — Muhammad Salman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3716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914400"/>
            <a:ext cx="7360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91440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1298448"/>
            <a:ext cx="7360920" cy="384048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2984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Salman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682496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824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1682496"/>
            <a:ext cx="7360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682496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– ECE, SEECS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066544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66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0200" y="2066544"/>
            <a:ext cx="7360920" cy="384048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2066544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Eng. (Comm. Systems) · CGPA 3.33 · IIU Islamabad · 2024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450592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50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2450592"/>
            <a:ext cx="7360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45059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Eng. · CGPA 3.03 · COMSATS Islamabad · 2014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34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00200" y="2834640"/>
            <a:ext cx="7360920" cy="384048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83464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Engineering · 69.84% · COMSATS Abbottabad · 2011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218688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18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00200" y="3218688"/>
            <a:ext cx="7360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321868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roles: Support Eng → Prog Coord → Lecturer → Asst. Prof → Assoc. Prof (2012–Present)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602736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027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00200" y="3602736"/>
            <a:ext cx="7360920" cy="384048"/>
          </a:xfrm>
          <a:prstGeom prst="rect">
            <a:avLst/>
          </a:prstGeom>
          <a:solidFill>
            <a:srgbClr val="EEF5F6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3602736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entries: 4 Journal (IF 2.10–2.80), 1 Conference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986784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9867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00200" y="3986784"/>
            <a:ext cx="7360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91640" y="3986784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Optimization, Research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4370832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3708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Flags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600200" y="4370832"/>
            <a:ext cx="736092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DD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437083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DOB (not printed on portal-generated CVs)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09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41448" y="96012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143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32888" y="1709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≥1.33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32888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54296" y="96012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143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45736" y="1709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≥0.11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45736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PDF extraction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67144" y="96012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143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58584" y="1709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≥2.2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958584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&amp; status display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28600" y="292608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0896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0040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python-dateutil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004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 utilities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441448" y="292608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10896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32888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/ json / pathlib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532888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JSON, file paths (stdlib)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654296" y="292608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310896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45736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745736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867144" y="2926080"/>
            <a:ext cx="2057400" cy="1737360"/>
          </a:xfrm>
          <a:prstGeom prst="rect">
            <a:avLst/>
          </a:prstGeom>
          <a:solidFill>
            <a:srgbClr val="0D253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384" y="310896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58584" y="3675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(planned M2)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958584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&amp;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Completion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155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51560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technical design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719072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745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810512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 (3 screens)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2478024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334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5694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 — PDF reader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74320" y="3236976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9242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328416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 — CV parser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74320" y="3995928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151376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4087368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Streamlit prototype (upload/read flow)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00600" y="960120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1115568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1051560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Folder-based CV ingestion pipeline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800600" y="1719072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1874520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94960" y="1810512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extraction from real CVs (2 samples)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800600" y="2478024"/>
            <a:ext cx="4297680" cy="658368"/>
          </a:xfrm>
          <a:prstGeom prst="rect">
            <a:avLst/>
          </a:prstGeom>
          <a:solidFill>
            <a:srgbClr val="E8FBF5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2633472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25694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information detection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800600" y="3236976"/>
            <a:ext cx="4297680" cy="658368"/>
          </a:xfrm>
          <a:prstGeom prst="rect">
            <a:avLst/>
          </a:prstGeom>
          <a:solidFill>
            <a:srgbClr val="FFF8E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192" y="3392424"/>
            <a:ext cx="347472" cy="34747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94960" y="3328416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NLP analysis pipeline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5394960" y="36301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2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4800600" y="3995928"/>
            <a:ext cx="4297680" cy="658368"/>
          </a:xfrm>
          <a:prstGeom prst="rect">
            <a:avLst/>
          </a:prstGeom>
          <a:solidFill>
            <a:srgbClr val="FFF8E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4151376"/>
            <a:ext cx="347472" cy="34747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394960" y="4087368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 modules (scoring, ranking)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5394960" y="43891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Milestones 2–3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0D253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Parser tuned for NUST HR portal format — free-form CVs may need extra rules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Publication title extraction picks up co-author fragments due to multi-column layout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Email/phone not printed on portal-generated PDFs — missing flags correctly raised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Skill detection via keyword list — unlisted skills are not detected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0D25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— Milestones 2 &amp; 3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educational profile scoring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analysis: journal rankings, conference tiers, authorship roles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603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 timeline validation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network analysis &amp; supervision/patent detection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5760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6636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ranking, comparison dashboard &amp; personalized email drafts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0624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6636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with SQL-based querying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TALASH — Smart HR Recruitment 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CS 417 LLMs · Spring 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Mehreen Raheel  ·  Eeshal Tahir  ·  Huma Ejaz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Dr. Muhammad Moazam Fraz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BSDSA-2023 | SEECS, NUST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github.com/mehreennwhyn0t/Talash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TALASH - Smart HR Recruitment System</dc:title>
  <dc:subject>PptxGenJS Presentation</dc:subject>
  <dc:creator>PptxGenJS</dc:creator>
  <cp:lastModifiedBy>PptxGenJS</cp:lastModifiedBy>
  <cp:revision>1</cp:revision>
  <dcterms:created xsi:type="dcterms:W3CDTF">2026-04-12T14:36:02Z</dcterms:created>
  <dcterms:modified xsi:type="dcterms:W3CDTF">2026-04-12T14:36:02Z</dcterms:modified>
</cp:coreProperties>
</file>